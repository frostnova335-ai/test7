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List &amp; Definitions (VA Insights)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Rate: % of residential calls successfully authenticated by VA</a:t>
            </a:r>
          </a:p>
          <a:p>
            <a:r>
              <a:t>Containment Rate: % of eligible MPU calls resolved by VA without agent</a:t>
            </a:r>
          </a:p>
          <a:p>
            <a:r>
              <a:t>Live Agent Handoff Rate: % of residential calls transferred to live agents</a:t>
            </a:r>
          </a:p>
          <a:p>
            <a:r>
              <a:t>Out of Scope Intent: Authenticated calls not related to MPU intent</a:t>
            </a:r>
          </a:p>
          <a:p>
            <a:r>
              <a:t>AHT: Avg call duration handled by VA</a:t>
            </a:r>
          </a:p>
          <a:p>
            <a:r>
              <a:t>Intent Success Rate: Correct MPU intent identification on 1st attempt</a:t>
            </a:r>
          </a:p>
          <a:p>
            <a:r>
              <a:t>AI Misclassification Rate: Incorrect intent identified as MPU</a:t>
            </a:r>
          </a:p>
          <a:p>
            <a:r>
              <a:t>Missed Utterance Report: AI prompts resulting in exception handling</a:t>
            </a:r>
          </a:p>
          <a:p>
            <a:r>
              <a:t>Prompt Success Rate: AI prompts with expected response</a:t>
            </a:r>
          </a:p>
          <a:p>
            <a:r>
              <a:t>Agentic AI Traffic Share: Calls handled fully by Agentic AI</a:t>
            </a:r>
          </a:p>
          <a:p>
            <a:r>
              <a:t>Agent Escalation Volume: Calls escalated to Genesys agents</a:t>
            </a:r>
          </a:p>
          <a:p>
            <a:r>
              <a:t>Abandonment Rate: Calls abandoned before resolution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Analysis (Based on Dashboard 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Authentication Rate (~76%) shows strong verification flow.</a:t>
            </a:r>
          </a:p>
          <a:p>
            <a:r>
              <a:t>• Containment Rate (~49.5%) indicates moderate VA self-resolution.</a:t>
            </a:r>
          </a:p>
          <a:p>
            <a:r>
              <a:t>• Live Agent Handoff (~35.5%) suggests optimization scope in automation.</a:t>
            </a:r>
          </a:p>
          <a:p>
            <a:r>
              <a:t>• Low Abandonment (~3%) reflects good user engagement with VA journey.</a:t>
            </a:r>
          </a:p>
          <a:p>
            <a:r>
              <a:t>• Missed Utterance (~9.3%) signals NLP and prompt tuning opportunities.</a:t>
            </a:r>
          </a:p>
          <a:p>
            <a:r>
              <a:t>• AHT (~76 sec) is efficient for automated resolution handling.</a:t>
            </a:r>
          </a:p>
          <a:p>
            <a:r>
              <a:t>• Focus Area: Improve intent accuracy to boost containment and reduce escalations.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Charts - VA Insights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the provided VA Dashboard image here (Charts Overview).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Tabs &amp; Filters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 1: VA Insights</a:t>
            </a:r>
          </a:p>
          <a:p>
            <a:r>
              <a:t>- KPI Cards, Trends, AI Traffic, AHT, Containment, Escalation Charts</a:t>
            </a:r>
          </a:p>
          <a:p/>
          <a:p>
            <a:r>
              <a:t>Tab 2: ETL Data Table</a:t>
            </a:r>
          </a:p>
          <a:p>
            <a:r>
              <a:t>- Raw ETL processed dataset in table format</a:t>
            </a:r>
          </a:p>
          <a:p>
            <a:r>
              <a:t>- Columns: Caller Type, Intent Flags, Authentication, Escalation, AHT</a:t>
            </a:r>
          </a:p>
          <a:p/>
          <a:p>
            <a:r>
              <a:t>Tab 3: ETL Audit / Detailed Table</a:t>
            </a:r>
          </a:p>
          <a:p>
            <a:r>
              <a:t>- Transformation output &amp; validation table</a:t>
            </a:r>
          </a:p>
          <a:p>
            <a:r>
              <a:t>- Drill-down and export enabled</a:t>
            </a:r>
          </a:p>
          <a:p/>
          <a:p>
            <a:r>
              <a:t>Global Filters:</a:t>
            </a:r>
          </a:p>
          <a:p>
            <a:r>
              <a:t>- Date Range</a:t>
            </a:r>
          </a:p>
          <a:p>
            <a:r>
              <a:t>- Caller Type (Residential)</a:t>
            </a:r>
          </a:p>
          <a:p>
            <a:r>
              <a:t>- Intent / MPU Flags</a:t>
            </a:r>
          </a:p>
          <a:p>
            <a:r>
              <a:t>- Escalation Type</a:t>
            </a:r>
          </a:p>
          <a:p>
            <a:r>
              <a:t>- Module / Journey Stage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